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7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31DF3-A58F-E6CC-81FD-B0A9DFB86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B77B5-C449-46AB-0123-3DBCDBF3C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2A1C0-5BC3-3031-2105-ADA4037C8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7FCB-231A-3D6A-83DC-02D6DB1C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D1197-7027-DDAB-B607-2DB9A168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77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B8B79-29E5-DB9E-1EF1-49FC1FF64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C0064-0753-923F-7F55-F77F0B717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36326-BDE3-B3DA-37D7-78448FAF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865DD-5773-9254-AD51-6D0B730F0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2C4A8-E0B8-32EC-0B02-4772139F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51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3339-C188-0007-4EF3-98D6CBC4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E3F60-953A-4077-D2EA-B589748FC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1457A-CA4C-CEC6-026F-F9C9DD098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9996C-7B92-C459-A9AB-DA015A45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1C635-7ACA-DA0D-10D1-84B6FF51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69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08EA-F228-68DA-C3C3-2F05E391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02F7-438E-0640-D8DB-1712D7610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89563-03D4-6BBD-51D2-80B3DB187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2ED75-BF35-28F5-CF38-E32C05A19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6BDB9-C9EF-A1BD-518A-6E8412574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20E5-46DA-953E-9650-AB999EE6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551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6727-D6D2-2544-A5EE-0AD7AF47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195C7-F954-A6E2-CB37-2D49C9E4F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949D3-E2D2-7CAA-F7F9-90F0FA0FF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82214-CF71-AD7E-12F8-3DEA8CC99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1666F-9C51-9018-34E2-489624B7B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04BE4-C722-587F-3565-3DE21462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53954-5339-E4AD-C88D-C4F60679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2AD10C-EE4C-1312-D91B-56DC6AC9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57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059F0-E8B5-7C03-B026-041180B7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20EFE-7114-81E0-27A6-D3952EA6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6D47F-3121-7C93-A939-354EDC08E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EF1FB-A48A-D640-71E3-47FFC2BB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06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391DE-042A-FF9D-38A4-9D6F9D75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1F255-24ED-C9BC-B030-9F72DC94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011D-8173-473A-3547-1769893D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85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C5C8-83B0-CB6D-5E35-F3E0226E9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8671E-4076-8DC2-02D4-B6D04475C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C3C9A-DB98-5351-6946-0003A8311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CF132-4C9D-FE55-C45A-67449278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6F81D-2482-BA87-BC28-776AB836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0F81D-345D-A55D-74D2-C19AEC2F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130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9C82-671D-94B8-E953-B24D1D3F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6142C9-D30B-4FA1-C5EB-7C4DC3E30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80F64-0D4C-9B89-0C62-53AD1AE16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40334-1C48-0CE5-6D36-485C89C0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44279-FC7E-4248-C50D-F65E5726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EEDB6-5D86-19A0-1705-FB489000A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170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7F347-8750-E0CE-69A9-D9E422C8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2492C-C520-FBA8-E568-FAE7CD963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3651-E25F-91FD-0947-B41583C7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9A1D-EC06-B93A-7184-D3637E6B0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04AAB-900D-0258-1218-D76EB410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08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A72315-C394-7457-EEB0-176B1E7AB6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26517-0CCE-BF21-2A24-72326116C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3DA03-9F84-C3EB-D051-1BCC5C9D8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A917-A3D0-4587-AC31-D82E03768EF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425C1-AB4B-6313-4EFA-412400D2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A65FB-3582-C5CE-E7E4-E66299F5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68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261122-FD56-BA03-26CC-0D7DD609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6B439-303E-C8E1-8AEE-AAC4D34F2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DCD2C-4B3E-3549-347C-51ADB9F98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9A917-A3D0-4587-AC31-D82E03768EF5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7C0EA-D7BF-F888-1F4D-C10CA8A89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47537-09BE-2C2A-06C5-27F269A90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ECF17-2544-4742-BBCF-62DA75B134F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6E2D2E-27DF-6B54-275D-4663D1930FA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0770" y="60385"/>
            <a:ext cx="11904453" cy="50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1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9D546-F742-DEE3-B7F5-49B8A1CBF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Protocols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90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7494-7B14-2D21-715C-72F861A9B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25A2-266E-ACDF-1D8E-E286BB5A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76" y="365125"/>
            <a:ext cx="11763214" cy="1325563"/>
          </a:xfrm>
        </p:spPr>
        <p:txBody>
          <a:bodyPr/>
          <a:lstStyle/>
          <a:p>
            <a:r>
              <a:rPr lang="en-US" dirty="0"/>
              <a:t>Flow Control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E9B15-F903-BD8E-F079-99A689353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59" y="1425844"/>
            <a:ext cx="10817817" cy="506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6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ADF89-C03C-9F83-D183-12206F4D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6F34-88A8-A5F0-93A6-DC1542C6C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2" y="429599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Flow Control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7F3D1B-768B-BF2C-F7F3-E0D70F2F3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08" y="1215049"/>
            <a:ext cx="11158383" cy="529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CB6F8-480D-DC61-FA81-6F7B11F4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489F-3E79-6245-51A4-141EF76DF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85" y="511895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Flow Control - Protocols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0239C-BFE9-9336-19F5-40F20958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56" y="1352675"/>
            <a:ext cx="10827812" cy="461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6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3CD5-2D8F-6A7B-554E-CC62D192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5B3B-A87A-4461-4EC4-3D5392FD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77031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Stop-and-wait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9CEFE-9AC8-CF70-16B6-6E1B883F8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95" y="1251584"/>
            <a:ext cx="10788769" cy="482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22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3509D-0514-8267-9117-A2C1DEEC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CDE75-0D53-E74E-E371-1BBF473A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02167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Stop-and-wait - Rules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9C087-C3F4-DD63-DB72-D1974599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62" y="1304051"/>
            <a:ext cx="10886595" cy="427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43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A0D83-92B8-54EA-C002-80BFB0985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F891-B026-97D0-44C3-07925281D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38743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Stop-and-wait - Rules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3E488-B6DF-0AD5-0435-1BC493763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60" y="1425692"/>
            <a:ext cx="5094506" cy="458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80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9D56-A226-8394-E48A-7BA246D3C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13A0-AE17-B0A4-0244-AD89162BC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539025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Stop-and-wait - Problems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9040F-307F-D036-110F-8F740671E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93" y="1291438"/>
            <a:ext cx="11037376" cy="472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92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CA95-32D8-F8F6-C3C9-E4CFDE5EF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61D0-E52E-61FF-1CBB-DCB26138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20455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Stop-and-wait - Problems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DA1F4-45AB-1CC1-F380-F06CDA803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22" y="1159703"/>
            <a:ext cx="9669770" cy="453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82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D3E2-D999-6EF1-3155-B6235C70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C6E2-8A3E-AEC9-2D6E-16B2C0444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36849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Stop-and-wait - Problems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04985-ACC4-C61E-EBCA-197436D7A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77" y="1094724"/>
            <a:ext cx="10429042" cy="46685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32F7B2-3229-C82F-8323-14078CBAE9CD}"/>
              </a:ext>
            </a:extLst>
          </p:cNvPr>
          <p:cNvSpPr/>
          <p:nvPr/>
        </p:nvSpPr>
        <p:spPr>
          <a:xfrm>
            <a:off x="3657600" y="4691063"/>
            <a:ext cx="423863" cy="4143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6515C-19FE-F3A6-54B5-4F97BC41FDD8}"/>
              </a:ext>
            </a:extLst>
          </p:cNvPr>
          <p:cNvSpPr txBox="1"/>
          <p:nvPr/>
        </p:nvSpPr>
        <p:spPr>
          <a:xfrm>
            <a:off x="2021306" y="3905071"/>
            <a:ext cx="1636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Ack was meant to received at this point, but it got delayed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3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DB32B-EC83-6D32-92C0-02D483F7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7B20-A2E8-DB7D-280F-D807886A5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621623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Noisy Channel Protocols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328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22D73-824F-190A-5A1C-419474B4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DD030-579D-464A-78B5-78942021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2" y="461531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Stop-and-wait ARQ Protocol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D04306-05AB-D83A-28FB-657AFF252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65" y="1162375"/>
            <a:ext cx="11112284" cy="49284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FA3B47-9C6F-B263-9C10-D0C0390378B9}"/>
              </a:ext>
            </a:extLst>
          </p:cNvPr>
          <p:cNvSpPr/>
          <p:nvPr/>
        </p:nvSpPr>
        <p:spPr>
          <a:xfrm>
            <a:off x="842346" y="3626605"/>
            <a:ext cx="10507307" cy="1219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233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129A-034C-19BC-D66E-B92B20E6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FAAF1-37EB-0AEF-5AE9-43EFC5D00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356447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Stop-and-wait ARQ Protocol (4 Scenarios)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51DE6-91E3-852D-77C2-CA1159147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05" y="1055039"/>
            <a:ext cx="8519293" cy="55288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A3A71E-574B-ECCE-7C87-F10F86BF61DA}"/>
              </a:ext>
            </a:extLst>
          </p:cNvPr>
          <p:cNvSpPr txBox="1"/>
          <p:nvPr/>
        </p:nvSpPr>
        <p:spPr>
          <a:xfrm>
            <a:off x="2229853" y="2711116"/>
            <a:ext cx="2534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(a)Ack received before timeout expiration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77B61-5569-C9E1-38E7-7A33760C64EB}"/>
              </a:ext>
            </a:extLst>
          </p:cNvPr>
          <p:cNvSpPr txBox="1"/>
          <p:nvPr/>
        </p:nvSpPr>
        <p:spPr>
          <a:xfrm>
            <a:off x="9983862" y="1119048"/>
            <a:ext cx="16808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(b) Original Frame is lost,</a:t>
            </a: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Sender Retransmits the data.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997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6F630-46DA-C23A-B0A6-3E8DAE74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8529A-8F45-FAA8-62BF-3C2B7E715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14447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Sliding Window Protocol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3B148-E48F-7228-A7BB-A043D6B83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43" y="1069384"/>
            <a:ext cx="5906324" cy="50989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173C87-7492-849C-F05D-582D719CF49A}"/>
              </a:ext>
            </a:extLst>
          </p:cNvPr>
          <p:cNvSpPr txBox="1"/>
          <p:nvPr/>
        </p:nvSpPr>
        <p:spPr>
          <a:xfrm>
            <a:off x="6927742" y="960895"/>
            <a:ext cx="4911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Drawbacks of Stop &amp; Wait</a:t>
            </a:r>
            <a:endParaRPr lang="en-IN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774BD8-9D1C-026E-6925-0FD38FB4C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275" y="1894973"/>
            <a:ext cx="5205582" cy="173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79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5932-A11E-F37F-1059-AA050FA7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CCC5D-3312-09CF-4A2A-F922BBCD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502751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Sliding Window Protocol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DC9E6-7C53-7125-7C21-F3FAE3AE8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40" y="1305604"/>
            <a:ext cx="10507850" cy="242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60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850D-0105-F7AB-3EB0-654A2E6E4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9A47-A74E-18DC-518F-D398FD435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54785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Sliding Window Protocol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6564A-B651-D1B9-8B0E-FBC252DD3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93" y="1185549"/>
            <a:ext cx="10437216" cy="50137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65B238-F410-57FF-275D-A05E30683BEB}"/>
              </a:ext>
            </a:extLst>
          </p:cNvPr>
          <p:cNvSpPr txBox="1"/>
          <p:nvPr/>
        </p:nvSpPr>
        <p:spPr>
          <a:xfrm>
            <a:off x="433137" y="6318818"/>
            <a:ext cx="1105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Frames can be sent before expecting an acknowledgment, which is advantage over the Stop-and-wait protocol.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517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3857-E95F-DF9D-ED48-737FAC82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8A51-9363-8462-B78B-6F2DEC4E7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66175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Sliding Window Protocol - Types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AA358-9E5C-D480-A6C2-5DEF6CD40FCE}"/>
              </a:ext>
            </a:extLst>
          </p:cNvPr>
          <p:cNvSpPr txBox="1"/>
          <p:nvPr/>
        </p:nvSpPr>
        <p:spPr>
          <a:xfrm>
            <a:off x="557939" y="1456841"/>
            <a:ext cx="72532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/>
              <a:t>Go Back N ARQ</a:t>
            </a:r>
          </a:p>
          <a:p>
            <a:pPr marL="342900" indent="-342900">
              <a:buAutoNum type="arabicPeriod"/>
            </a:pPr>
            <a:endParaRPr lang="en-US" sz="3200" dirty="0"/>
          </a:p>
          <a:p>
            <a:pPr marL="342900" indent="-342900">
              <a:buAutoNum type="arabicPeriod"/>
            </a:pPr>
            <a:r>
              <a:rPr lang="en-US" sz="3200" dirty="0"/>
              <a:t>Selective Repeat ARQ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38122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A939-EC96-928E-645E-792380F0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326E-C6C2-6A3E-76FE-79C6EBD0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90875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Go-Back-N-ARQ Protocol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D673A-3DE3-954F-5494-3777DDD3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14" y="1275616"/>
            <a:ext cx="11175018" cy="45827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5EDF6C-A1CC-EC5E-25FE-852747084EE4}"/>
              </a:ext>
            </a:extLst>
          </p:cNvPr>
          <p:cNvSpPr/>
          <p:nvPr/>
        </p:nvSpPr>
        <p:spPr>
          <a:xfrm>
            <a:off x="3785937" y="5438274"/>
            <a:ext cx="7138737" cy="593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106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012F7-6892-3361-8B26-52903C8C0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19A8-EE04-0D63-C1A5-E7C30F24E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511895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Go-Back-N-ARQ Protocol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4AF5DC-5E2E-4D3B-2F23-36F148809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44" y="1484619"/>
            <a:ext cx="10601653" cy="283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08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27501-8277-E770-82C7-5799A6AC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2E792-C698-65E9-0A8E-838160E7B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60437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Go-Back-N-ARQ Protocol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A9093-36DE-54BB-0AD1-D2FF06CD7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93" y="1159027"/>
            <a:ext cx="9587333" cy="40706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EACA35-6251-BB85-4D26-879F138297B4}"/>
              </a:ext>
            </a:extLst>
          </p:cNvPr>
          <p:cNvSpPr txBox="1"/>
          <p:nvPr/>
        </p:nvSpPr>
        <p:spPr>
          <a:xfrm>
            <a:off x="1203158" y="4219074"/>
            <a:ext cx="4652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 Frame 2 ACK is lost, &amp; timer is expired,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now the sender will go back to 2 and re-transmit all the frames in the window currently.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111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C7A2-4E35-9E0B-F9CD-C9AD4946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4318-0040-9A52-0DC7-EFF5705B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2" y="415038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Go-Back-N-ARQ Protocol - Example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1FC67-CC78-D983-2DC6-F87A1B514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62" y="1069736"/>
            <a:ext cx="11388275" cy="506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41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29F05-EDDD-DE82-17E7-1750D1F72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9F37D-E2FC-8905-D99B-7ACDCE41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566928"/>
            <a:ext cx="11518712" cy="613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59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9657C-1218-7B79-B0A7-C4F784DB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C00F6E-11F2-87D4-EDD2-BC63CA6AD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05" y="1132704"/>
            <a:ext cx="10816480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20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7BC51-9C14-456F-15AF-4D25A7B36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2499C5-5A1D-BEC7-2126-EDEA7F212B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60"/>
          <a:stretch>
            <a:fillRect/>
          </a:stretch>
        </p:blipFill>
        <p:spPr>
          <a:xfrm>
            <a:off x="270630" y="654519"/>
            <a:ext cx="11261558" cy="577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35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EBF24-4AB3-7181-51F1-AC137328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BA4BB5-3FBB-0CEC-5619-CEA7B6CD9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6" y="759995"/>
            <a:ext cx="11341768" cy="5338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D30B18-584A-515F-1D90-3F012755BFF8}"/>
              </a:ext>
            </a:extLst>
          </p:cNvPr>
          <p:cNvSpPr txBox="1"/>
          <p:nvPr/>
        </p:nvSpPr>
        <p:spPr>
          <a:xfrm>
            <a:off x="2012161" y="6216192"/>
            <a:ext cx="8422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Number of Frames transmitted by the Host A are: 17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26257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05B82-B445-C96C-154F-2881604B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FCAC-E03E-47E6-8741-FBE6B868A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11311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Selective-Repeat ARQ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1EE997-88AD-C77E-1181-9F5228A04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93" y="1089113"/>
            <a:ext cx="11368007" cy="498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998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7796A-936B-09DE-A8EA-0F190124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B57F-09AE-35E1-4BFE-8ED8EBC6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42665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Selective-Repeat ARQ - Working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967F9-400B-4893-1DD2-0A5595362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25" y="1053933"/>
            <a:ext cx="10804437" cy="4881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272B4-C773-3C67-394F-22BC9EF2ED8C}"/>
              </a:ext>
            </a:extLst>
          </p:cNvPr>
          <p:cNvSpPr txBox="1"/>
          <p:nvPr/>
        </p:nvSpPr>
        <p:spPr>
          <a:xfrm>
            <a:off x="344825" y="6160168"/>
            <a:ext cx="11632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 of re-transmissions are less as compared to Go-back-N ARQ – Hence, More Efficient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627138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73FC-2DB3-6CB5-F560-0935098CB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56E3-1393-6E95-6352-2EFB7DDD3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42665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Selective-Repeat ARQ - Working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9636E5-D17D-32C4-EA5A-AFC46D5EC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25" y="1053933"/>
            <a:ext cx="10804437" cy="4881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F048A0-281A-723E-8846-018611135C32}"/>
              </a:ext>
            </a:extLst>
          </p:cNvPr>
          <p:cNvSpPr txBox="1"/>
          <p:nvPr/>
        </p:nvSpPr>
        <p:spPr>
          <a:xfrm>
            <a:off x="344825" y="6160168"/>
            <a:ext cx="11632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 of re-transmissions are less as compared to Go-back-N ARQ – Hence, More Efficient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63202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01D5D-01C1-7423-86E8-BB2095FC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15F6-B03B-6A60-3BA3-6DFCD0982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411311"/>
            <a:ext cx="11763214" cy="611268"/>
          </a:xfrm>
        </p:spPr>
        <p:txBody>
          <a:bodyPr>
            <a:normAutofit fontScale="90000"/>
          </a:bodyPr>
          <a:lstStyle/>
          <a:p>
            <a:r>
              <a:rPr lang="en-US" dirty="0"/>
              <a:t>Go-Back-N-ARQ Protocol - 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730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17320</TotalTime>
  <Words>217</Words>
  <Application>Microsoft Office PowerPoint</Application>
  <PresentationFormat>Widescreen</PresentationFormat>
  <Paragraphs>37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Sliding Window Protocols</vt:lpstr>
      <vt:lpstr>Flow Control</vt:lpstr>
      <vt:lpstr>Flow Control</vt:lpstr>
      <vt:lpstr>Flow Control - Protocols</vt:lpstr>
      <vt:lpstr>Stop-and-wait</vt:lpstr>
      <vt:lpstr>Stop-and-wait - Rules</vt:lpstr>
      <vt:lpstr>Stop-and-wait - Rules</vt:lpstr>
      <vt:lpstr>Stop-and-wait - Problems</vt:lpstr>
      <vt:lpstr>Stop-and-wait - Problems</vt:lpstr>
      <vt:lpstr>Stop-and-wait - Problems</vt:lpstr>
      <vt:lpstr>Noisy Channel Protocols</vt:lpstr>
      <vt:lpstr>Stop-and-wait ARQ Protocol</vt:lpstr>
      <vt:lpstr>Stop-and-wait ARQ Protocol (4 Scenarios)</vt:lpstr>
      <vt:lpstr>Sliding Window Protocol</vt:lpstr>
      <vt:lpstr>Sliding Window Protocol</vt:lpstr>
      <vt:lpstr>Sliding Window Protocol</vt:lpstr>
      <vt:lpstr>Sliding Window Protocol - Types</vt:lpstr>
      <vt:lpstr>Go-Back-N-ARQ Protocol</vt:lpstr>
      <vt:lpstr>Go-Back-N-ARQ Protocol</vt:lpstr>
      <vt:lpstr>Go-Back-N-ARQ Protocol</vt:lpstr>
      <vt:lpstr>Go-Back-N-ARQ Protocol - Example</vt:lpstr>
      <vt:lpstr>PowerPoint Presentation</vt:lpstr>
      <vt:lpstr>PowerPoint Presentation</vt:lpstr>
      <vt:lpstr>PowerPoint Presentation</vt:lpstr>
      <vt:lpstr>PowerPoint Presentation</vt:lpstr>
      <vt:lpstr>Selective-Repeat ARQ</vt:lpstr>
      <vt:lpstr>Selective-Repeat ARQ - Working</vt:lpstr>
      <vt:lpstr>Selective-Repeat ARQ - Working</vt:lpstr>
      <vt:lpstr>Go-Back-N-ARQ Protocol -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60</cp:revision>
  <dcterms:created xsi:type="dcterms:W3CDTF">2026-07-31T08:21:39Z</dcterms:created>
  <dcterms:modified xsi:type="dcterms:W3CDTF">2026-08-13T03:46:59Z</dcterms:modified>
</cp:coreProperties>
</file>